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1251689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75" b="1" dirty="0">
                <a:solidFill>
                  <a:srgbClr val="0F172A"/>
                </a:solidFill>
                <a:latin typeface="Segoe UI"/>
              </a:rPr>
              <a:t>JAYALAKSHMI P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868828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>
                <a:solidFill>
                  <a:srgbClr val="0F172A"/>
                </a:solidFill>
                <a:latin typeface="Segoe UI"/>
              </a:rPr>
              <a:t>HARNITHA R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625171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>
                <a:solidFill>
                  <a:srgbClr val="0F172A"/>
                </a:solidFill>
                <a:latin typeface="Segoe UI"/>
              </a:rPr>
              <a:t>JANANI J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69597" y="5848201"/>
            <a:ext cx="628377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>
                <a:solidFill>
                  <a:srgbClr val="0F172A"/>
                </a:solidFill>
                <a:latin typeface="Segoe UI"/>
              </a:rPr>
              <a:t>JASMIN J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65402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>
                <a:solidFill>
                  <a:srgbClr val="0F172A"/>
                </a:solidFill>
                <a:latin typeface="Segoe UI"/>
              </a:rPr>
              <a:t>JASIMA U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782" y="6076950"/>
            <a:ext cx="6030217" cy="1333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37" b="1" i="0" u="none">
                <a:solidFill>
                  <a:srgbClr val="334155"/>
                </a:solidFill>
                <a:latin typeface="Segoe UI"/>
              </a:rPr>
              <a:t>Presenter Team: SUVATHI D (Lead) • SUMETHA C • SWETHA K • THULASI M • TAMILMOZHI 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1464</Words>
  <Application>Microsoft Office PowerPoint</Application>
  <PresentationFormat>Widescreen</PresentationFormat>
  <Paragraphs>212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Sanjitha S</cp:lastModifiedBy>
  <cp:revision>7</cp:revision>
  <dcterms:created xsi:type="dcterms:W3CDTF">2013-01-27T09:14:16Z</dcterms:created>
  <dcterms:modified xsi:type="dcterms:W3CDTF">2026-09-30T10:01:59Z</dcterms:modified>
  <cp:category/>
</cp:coreProperties>
</file>